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slide indica al pie o bajo cada punto donde verlo: ruta del archivo en el repositorio o ubicacion en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doble validacion del token es intencional: aunque alguien alcance el puerto del microservicio sin pasar por el Gateway, necesita un token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este orden y no otro: la identidad primero porque todo lo demas la consume.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 la pantalla de Overview con el Application ID y el Directory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del rol debe coincidir exactamente con lo que evalua @PreAuthorize en los controladores.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version 2 del token fue el origen de un 401 persistente pese a que el login funcionaba correctamente.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Encadenar grupos evita reconfigurar reglas cada vez que cambian las direcciones.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dimensionamiento de la instancia de aplicaciones fue un problema real: hubo que ampliarla a t3.medium.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de la maquina de estados estan en src/test/.../OrderServiceTest.java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Reporteria y auditoria consumen el mismo evento de forma independiente, cada una con su propio avance de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distincion entre 401 y 403 es la evidencia central del indicador de validacion del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pantallas siguen la propuesta del caso: login, dashboard, pedidos, catalogo, reportes y auditoria, en src/app/features/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Permite seguir una sola operacion de punta a punta atravesando los dos sistemas de mensajeria.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direccion anunciada por Kafka es un error clasico y silencioso: todo parece conectado pero no llegan mensajes.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certificado autofirmado obliga a aceptar una advertencia del navegador la primera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audiencias deben incluir los dos formatos posibles, porque cambian entre versiones del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registros se sigue el mismo identificador de correlacion a traves de los cuatro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documentacion completa de despliegue esta en el README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Pedidos360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Cloud Native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811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Cloud Native I - DSY1107 - Evaluaciones Parciales 1 y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MSAL - Spring Boot - AWS API Gateway - EC2 - RDS - RabbitMQ - Kafka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 construyo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completo del sistema entregado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418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35808"/>
            <a:ext cx="2418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y Java 21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70148" y="1874520"/>
            <a:ext cx="2418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470148" y="3035808"/>
            <a:ext cx="2418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aplicacion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Operador, Cliente, Auditor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0216" y="1874520"/>
            <a:ext cx="2418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300216" y="3035808"/>
            <a:ext cx="2418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mensajeria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y Kafka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30284" y="1874520"/>
            <a:ext cx="24185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9130284" y="3035808"/>
            <a:ext cx="2418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cinco servicios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006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frontend Angular con inicio de sesion corporativo, cinco microservicios detras de un API Gateway que valida el token, mensajeria asincrona y base de datos administrada, todo desplegado en la nube.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github.com/Gouramichelle/pedidos360  ·  README.md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viaja una peticion desde el navegador hasta la base de datos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Navegador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aplicacion Angular obtiene un token de Azure AD mediante MSAL y lo adjunta a cada llamada a la API.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frontend-pedidos360/src/app/core/auth/msal.config.ts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1676" y="18470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Gateway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21284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firma, emisor, vigencia y audiencia del token antes de enrutar. Es el equivalente al API Manager del caso.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API Gateway &gt; pedidos360-api &gt; Authorization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2702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Microservicios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3600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vuelve a validar el token de forma independiente y aplica autorizacion por rol en cada endpoint.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ms-pedidos360-*/src/main/java/.../config/SecurityConfig.java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406908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1676" y="42702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Datos y mensajeria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463600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 RDS para el estado, RabbitMQ para comandos y Kafka para eventos de negocio.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infra/apps/docker-compose.yml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Tomadas al inicio y sostenidas durante todo el proyecto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decidio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 RDS en lugar de Oracle, por costo y tiempo de aprovisionamiento.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BFF: la validacion de borde la cubren el API Gateway y Spring Security en cada servicio.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en lugar de seis repositorios separados.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instancia de base de datos con un esquema por servicio.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roles, sumando Auditor al trio del caso.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68796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68796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 tiene presupuesto acotado y Oracle no aporta nada al objetivo evaluado.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BFF repetiria una validacion que ya ocurre dos veces, sin agregar una garantia distinta.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revisar el proyecto completo y mantener sincronizados los contratos entre servicios.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costo y tiempo sin perder el aislamiento logico entre dominios.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menciona al Auditor como actor del modulo de auditoria.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·  ms-pedidos360-*/src/main/resources/application.yml (DB_SCHEMA)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de trabajo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importa: cada fase depende de datos que produce la anterior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1 - Identidad en Azure AD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Primero, porque produce el identificador de cliente, el de inquilino y el scope que despues consumen el frontend, el Gateway y los cinco microservicios.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de Azure &gt; Microsoft Entra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2 - Infraestructura en AWS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916936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security groups, base de datos e instancias. Produce los endpoints y direcciones que necesita la configuracion del codigo.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VPC, EC2, RDS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027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3 - Desarrollo del codigo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90448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frontend, escritos contra la configuracion ya conocida de las dos fases anteriores.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frontend-pedidos360/  y  ms-pedidos360-*/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02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4 - Despliegue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89204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las instancias, mensajeria, servidor web y por ultimo el API Gateway, que necesita las direcciones ya activas.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  ·  README.md &gt; Despliegue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577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5 - Verificacion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79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del flujo completo de negocio y de los controles de seguridad, con evidencia de respuestas 200, 401 y 403.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&gt; 8. Verificacion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194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926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como proveedor de identidad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6616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una sola vez y no depende de AWS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los identificadores que consume todo el resto del sistema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portal.azure.com, no hay codigo involucrado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Inquilino y registro de la aplicacion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Azure - Microsoft Entra 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inquilino de Microsoft Entra ID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directorio propio donde viven los usuarios y las aplicaciones del proyecto. Queda con un dominio del tipo nombre.onmicrosoft.com.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de Azure &gt; Microsoft Entra ID &gt; Overview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 aplicacion Pedidos360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tipo de cuentas limitado al directorio propio. Entrega el identificador de aplicacion y el de inquilino, que se usan en todo el resto del sistema.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 ID &gt; App registrations &gt; New registration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la plataforma como aplicacion de pagina unica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habilita el flujo moderno con codigo de autorizacion y PKCE en lugar del flujo implicito, ya obsoleto.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registrations &gt; Pedidos360 &gt; Authentication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URI de redireccion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direccion a la que Azure AD devuelve al usuario tras autenticarse. Debe coincidir exactamente con la que usa el frontend.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&gt; Single-page application &gt; Redirect URIs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Exponer la API y definir los permisos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se declara como recurso protegido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identificador de la API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acepta el valor propuesto, del tipo api://identificador-de-aplicacion. Es el nombre con el que el backend se identifica como recurso.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Pedidos360 &gt; Expose an API &gt; Application ID URI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scope access_as_user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el permiso que la aplicacion pide en nombre del usuario. Sin el, Azure AD devuelve un token para Microsoft Graph y no para nuestra API.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an API &gt; Add a scope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cuatro roles de aplicacion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Operador, Cliente y Auditor. El valor de cada rol viaja en el token y es exactamente lo que evalua el backend, mayusculas incluidas.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Pedidos360 &gt; App roles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Otorgar el consentimiento de administrador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a cada usuario, y en particular a los invitados de otra organizacion, le aparezca una pantalla de aprobacion.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Pedidos360 &gt; API permissions &gt; Grant admin consent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Emision de tokens y usuarios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pasos que condicionan todo el funcionamiento posterior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la version 2 de los tokens de acceso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 Azure AD emite tokens de version 1, cuyo emisor no coincide con el configurado en el Gateway ni en los microservicios, y todo responde 401 pese a que el login funciona.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Pedidos360 &gt; Manifest &gt; api.requestedAccessTokenVersion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los usuarios de prueba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administrador con los cuatro roles para la demostracion, y usuarios con un solo rol para comprobar las restricciones reales.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 ID &gt; Users &gt; New user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Invitar usuarios de otra organizacion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invitacion de colaboracion. El invitado acepta simplemente iniciando sesion en la aplicacion, sin necesidad del correo.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 ID &gt; Users &gt; Invite external user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los roles a cada usuario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puede tener varios roles, agregandolo una vez por cada uno.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applications &gt; Pedidos360 &gt; Users and groups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194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926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base de datos y servidores en AWS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6616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la nube del laboratorio academico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las direcciones y endpoints que consume la configuracion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la consola de AWS, region us-east-1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y control de acceso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de AWS - VPC y EC2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 region habilitada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infraestructura debe quedar en la misma region, indicada por las restricciones del laboratorio.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selector de region, arriba a la derecha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red virtual por defecto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viene creada con subredes publicas que asignan direccion publica automaticamente. No es necesario crear nada.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VPC &gt; Your VPCs  y  VPC &gt; Subnets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cinco grupos de seguridad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por funcion: acceso remoto, microservicios, mensajeria de comandos, mensajeria de eventos y base de datos.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EC2 &gt; Security Groups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los permisos entre grupos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abrir puertos a direcciones fijas, cada grupo autoriza al grupo que lo necesita. La base de datos solo acepta conexiones desde los microservicios.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Groups &gt; Inbound rules &gt; Source = otro grupo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seguridad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abre cada uno y desde donde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377440"/>
                <a:gridCol w="54223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 autorizado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seg-ssh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direccion 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Administracion remota de las instancias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 a 8085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Microservicios y servidor web del 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seg-mq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5672 y 15672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y su consola de administracion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9092 y 2181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seg-apps y si mismo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y Zookeeper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seg-apps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sin acceso desde internet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EC2 &gt; Security Groups  ·  README.md &gt; 2. Red y Security Groups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y servidores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y EC2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instancia PostgreSQL administrada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plantilla de capa gratuita, sin acceso publico y protegida por su grupo de seguridad. Se define una base inicial llamada pedidos360.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RDS &gt; Create database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dominios por esquema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916936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servicios con persistencia comparten la instancia y la base, cada uno en su propio esquema. Hibernate crea esquemas y tablas al arrancar.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ms-pedidos360-*/src/main/resources/application.yml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027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la instancia de aplicaciones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90448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los cinco microservicios y el servidor web. Necesita memoria suficiente: con dos gigabytes las compilaciones la dejaban sin responder.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EC2 &gt; Instances &gt; ec2-apps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02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la instancia de mensajeria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89204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RabbitMQ, Kafka y Zookeeper, separada de las aplicaciones para que un pico de carga no afecte al resto.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AWS &gt; EC2 &gt; Instances &gt; ec2-mq-kafka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577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Docker al arranque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79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un script que instala el motor y el complemento de composicion en el primer inicio de cada instancia.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&gt; Launch instance &gt; Advanced details &gt; User data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194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926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microservicios y el frontend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6616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contra la configuracion ya conocida de identidad e infraestructura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con su propio dominio, base y responsabilidad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github.com/Gouramichelle/pedidos360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repositorio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unico con los seis componentes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126480"/>
                <a:gridCol w="15819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frontend-pedidos360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Angular con inicio de sesion y vistas por 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ms-pedidos360-orders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Pedidos, maquina de estados y publicacion de eventos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ms-pedidos360-catalog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Productos, precios y control de stock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ms-pedidos360-notify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Notificaciones, consume comandos de RabbitMQ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base de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ms-pedidos360-report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de gestion, consume eventos de 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ms-pedidos360-audit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de eventos, consume de 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Composicion de contenedores y documentacion de despliegue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 del repositorio  ·  cada carpeta tiene su README.md, Dockerfile y pruebas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pedidos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nucleo del dominio y el unico que publica eventos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 de estados del pedido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Creado, aceptado, en preparacion, despachado, entregado o cancelado. Las transiciones validas estan declaradas en el propio tipo, no dispersas en condicionales.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ms-pedidos360-orders/src/main/java/.../domain/OrderStatus.java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clave del caso queda garantizada por diseno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despachar sin aceptar, porque despachado solo es alcanzable desde en preparacion, que a su vez exige haber aceptado.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ms-pedidos360-orders/src/main/java/.../domain/Order.java &gt; cambiarEstado()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Coordinacion con el catalogo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aceptar descuenta el stock llamando al catalogo y propagando el token del usuario. Si el catalogo rechaza, la transicion se revierte.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ms-pedidos360-orders/src/main/java/.../web/OrderService.java  ·  client/CatalogClient.java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 hacia los dos sistemas de mensajeria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 estado publica un evento en Kafka y encola un comando de notificacion en RabbitMQ.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ms-pedidos360-orders/src/main/java/.../messaging/OrderEventPublisher.java  ·  EmailCommandPublisher.java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otros cuatro servicios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una responsabilidad acotada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precios y stock. Usa bloqueo optimista para que dos descuentos simultaneos no se pisen. Es la fuente de verdad del precio.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ms-pedidos360-catalog/src/main/java/.../domain/Product.java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1676" y="18470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21284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comandos de RabbitMQ. No expone interfaz publica y descarta mensajes repetidos por identificador de evento.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ms-pedidos360-notify/src/main/java/.../messaging/EmailNotificationListener.java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2702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3600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eventos de Kafka y mantiene una proyeccion de solo lectura para ventas por hora, tiempo de ciclo y pedidos activos.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ms-pedidos360-report/src/main/java/.../web/ReportService.java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406908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1676" y="42702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463600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los mismos eventos y guarda quien hizo que y cuando, con filtros por pedido, usuario y rango de fechas.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ms-pedidos360-audit/src/main/java/.../messaging/OrderEventsListener.java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el backend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configuracion replicada en los servicios expuestos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del token en cuatro puntos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contra las claves publicas del emisor, emisor exacto, vigencia y audiencia. Se construye de forma explicita para que quede a la vista que se comprueba.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ms-pedidos360-*/src/main/java/.../config/SecurityConfig.java &gt; jwtDecoder()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los dos formatos de audiencia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del recurso cambia de formato entre versiones del token, asi que se aceptan ambos.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ms-pedidos360-*/src/main/java/.../config/AudienceValidator.java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roles y permisos desde el token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de aplicacion y los permisos delegados se traducen a autoridades que Spring Security entiende. Sin esta traduccion la verificacion de roles falla siempre.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ms-pedidos360-*/src/main/java/.../config/SecurityConfig.java &gt; extraerAuthorities()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Autorizacion por endpoint y codigos de error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operacion declara que roles la pueden ejecutar. Responde 401 si falta el token o es invalido, y 403 si el token es valido pero el rol no alcanza.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ms-pedidos360-*/src/main/java/.../web/*Controller.java &gt; @PreAuthorize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Autorizacion a nivel de objeto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revision propia del codigo detecto que el control por rol no era suficiente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detecto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un pedido no verificaba pertenencia: un cliente podia leer cualquier pedido cambiando el identificador en la direccion.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del cliente se tomaba del cuerpo de la peticion, de modo que se podian crear pedidos a nombre de otra persona.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tambien venia del cuerpo, asi que se podia pedir al precio que se quisiera y se distorsionaban los indicadores de ventas.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68796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corrigio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68796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responde como no encontrado cuando el pedido pertenece a otra persona, para no revelar siquiera que existe.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resuelve desde el token. Administrador y operador conservan la posibilidad de tomar un pedido en nombre de un cliente.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y el codigo de producto se consultan al catalogo al momento de crear el pedido.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agregaron cuatro pruebas de regresion que fijan estos comportamientos.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ms-pedidos360-orders: web/OrderController.java  ·  web/OrderService.java  ·  src/test/.../OrderServiceTest.java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en Angular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sesion corporativo y vistas por 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sesion con redireccion y PKCE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libreria de Microsoft gestiona el flujo de codigo de autorizacion con PKCE, generando el verificador y el desafio, y validando los parametros de seguridad.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frontend-pedidos360/src/app/core/auth/msal.config.ts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explicita del permiso de la API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916936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sesion se pide el scope de la API. Sin esto el token devuelto sirve para Microsoft Graph y llega sin los roles.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src/app/features/login/login.component.ts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027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que adjunta el token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90448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la credencial unicamente a las llamadas dirigidas al backend propio, nunca a terceros.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src/app/core/auth/msal.config.ts &gt; msalInterceptorConfigFactory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02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Guardas de ruta por autenticacion y por rol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89204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comprueba que haya sesion y lleva a la pantalla de inicio; otra comprueba que el rol permita ver esa pantalla.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src/app/core/guards/auth.guard.ts  ·  role.guard.ts  ·  app.routes.ts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577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roles y selector de vista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79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se leen de los claims del token. El selector permite previsualizar la interfaz de cada perfil sin cerrar sesion.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src/app/core/auth/current-user.service.ts  ·  layout/shell/shell.component.ts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Mensajeria: dos sistemas, dos propositos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esta en que le pasa al mensaje cuando alguien lo lee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- comandos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 una orden: enviar esta notificacion.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consumidor la toma, la ejecuta y la confirma; entonces desaparece de la cola.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se reintenta, y si insiste en fallar termina en una cola de descarte.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del caso: tres intercambiadores, tres colas de trabajo y sus colas de descarte.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68796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- eventos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68796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 un hecho: el pedido cambio de estado.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permanece durante su periodo de retencion y muchos consumidores lo leen de forma independiente.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Reporteria y auditoria avanzan cada una a su ritmo, sin afectarse entre si.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reprocesar el pasado retrocediendo la posicion de lectura, algo imposible con una cola.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 config/RabbitTopologyConfig.java  ·  config/KafkaProducerConfig.java  ·  infra/mq y infra/kafka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de extremo a extremo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identificador recorre los cuatro servicios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comun para todos los mensajes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lleva tipo, identificador de evento, marca de tiempo, identificador de traza y de correlacion, tal como pide el caso.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ms-pedidos360-orders/src/main/java/.../messaging/EventEnvelope.java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1676" y="184708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identificador por operacion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21284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identificador de correlacion aparece en los registros del servicio que publica y en los de los tres que consumen.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ms-pedidos360-orders/src/main/java/.../messaging/OrderEventPublisher.java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2702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en los comandos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3600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de notificaciones descarta un mensaje ya procesado, para que un reenvio del broker no genere dos correos.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ms-pedidos360-notify/src/main/java/.../messaging/EmailNotificationListener.java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4069080"/>
            <a:ext cx="5271516" cy="2103120"/>
          </a:xfrm>
          <a:prstGeom prst="roundRect">
            <a:avLst>
              <a:gd name="adj" fmla="val 3478"/>
            </a:avLst>
          </a:prstGeom>
          <a:solidFill>
            <a:srgbClr val="EEF6F6"/>
          </a:solidFill>
          <a:ln/>
          <a:effectLst>
            <a:outerShdw sx="100000" sy="100000" kx="0" ky="0" algn="bl" rotWithShape="0" blurRad="101600" dist="12700" dir="5400000">
              <a:srgbClr val="9AAAA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1676" y="4270248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 de mensajes irrecuperables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4636008"/>
            <a:ext cx="47228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consumidor reintenta y, si el mensaje sigue fallando, lo publica en su propio destino de descarte con los datos del error.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ms-pedidos360-report/src/main/java/.../config/KafkaConsumerConfig.java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194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926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codigo fuente a sistema corriendo en la nube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6616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las instancias, mensajeria primero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Gateway al final, porque necesita las direcciones activas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completo en README.md &gt; Despliegue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y mensajeria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infraestructura de la que dependen los servicios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Imagenes construidas en dos etapas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etapa compila con Maven y otra conserva solo el entorno de ejecucion de Java. La imagen final no incluye el compilador ni el codigo fuente.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ms-pedidos360-*/Dockerfile  ·  frontend-pedidos360/Dockerfile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980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RabbitMQ y Kafka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9816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 propia composicion de contenedores en la instancia de mensajeria, con volumenes para que los datos sobrevivan a un reinicio.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infra/mq/docker-compose.yml  ·  infra/kafka/docker-compose.yml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96849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Anunciar la direccion correcta de Kafka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70248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anunciar la direccion privada de su instancia, porque los consumidores corren en otra maquina. Anunciar la direccion local hace que se conecten pero nunca reciban nada.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infra/kafka/docker-compose.yml &gt; KAFKA_ADVERTISED_LISTENERS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3892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los temas desde el codigo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440680"/>
            <a:ext cx="10287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creacion automatica esta deshabilitada en el intermediario, asi que los temas de eventos, auditoria y descarte los declaran los propios servicios al arrancar.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ms-pedidos360-orders/src/main/java/.../config/KafkaProducerConfig.java  ·  audit: config/KafkaConfig.java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Microservicios y frontend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instancia de aplicaciones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archivo de configuracion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Reune el acceso a la base de datos, las direcciones de la mensajeria y los parametros de identidad. Nunca se versiona: el repositorio solo incluye un ejemplo con valores ficticios.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infra/apps/.env (no versionado)  ·  ms-pedidos360-*/.env.example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por variables de entorno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916936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 valor sensible esta escrito en el codigo. Los servicios no arrancan si falta un parametro de seguridad, lo que es preferible a arrancar mal configurados.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ms-pedidos360-*/src/main/resources/application.yml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027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los cinco servicios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90448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sola composicion de contenedores, cada servicio en su puerto y con reinicio automatico si la instancia se reinicia.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infra/apps/docker-compose.yml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02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el frontend con Nginx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89204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los archivos compilados y reescribe las rutas internas para que recargar una direccion profunda no devuelva un error.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frontend-pedidos360/nginx.conf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577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HTTPS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79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certificado autofirmado, porque Azure AD exige protocolo seguro en la direccion de retorno de una aplicacion de pagina unica.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frontend-pedidos360/Dockerfile &gt; openssl req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ultimo paso, porque necesita las direcciones ya activas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las integraciones hacia los microservicios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servicio, apuntando a su puerto en la instancia de aplicaciones. Pedidos necesita dos: una para la coleccion y otra para los elementos individuales.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&gt; pedidos360-api &gt; Integrations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rutas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916936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variable que captura los segmentos siguientes y los reenvia al backend. Esa variable exige al menos un segmento, y por eso la coleccion requiere su propia ruta.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&gt; pedidos360-api &gt; Routes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027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validador de token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90448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emisor del inquilino y las audiencias aceptadas. Debe adjuntarse a cada ruta: no se aplica de forma automatica.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&gt; Authorization &gt; azure-ad-jwt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02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intercambio entre origenes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89204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el navegador, servido desde otra direccion, pueda llamar a la API declarando los origenes, metodos y cabeceras admitidos.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&gt; pedidos360-api &gt; CORS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577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 automatica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79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por defecto publica cada cambio sin un paso manual, y entrega la direccion estable que consume el frontend.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&gt; Stages &gt; $default  ·  frontend: environment.prod.ts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2194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926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el negocio y la seguridad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6616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 de un pedido atravesando los cinco servicios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esperadas ante token ausente, invalido y sin permisos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verificacion en README.md &gt; 8. Verificacion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del flujo de negocio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pedido recorriendo todo el sistema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2763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sesion y obtencion del token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2938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autentica contra Azure AD y regresa con un token que incluye sus roles y el permiso de la API.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 &gt; pantalla de inicio de sesion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 del pedido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916936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con rol de cliente crea el pedido. El servicio consulta el precio al catalogo, publica el evento y encola la notificacion.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 &gt; Pedidos &gt; Nuevo pedido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027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los estados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904488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con rol de operador o administrador lleva el pedido por aceptado, en preparacion, despachado y entregado. Al aceptar se descuenta el stock.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 &gt; Pedidos &gt; detalle &gt; Cambiar estado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59028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 en los consumidores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89204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procesa cada comando, auditoria registra cada evento con su actor, y reporteria actualiza sus indicadores.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ec2-apps: sudo docker compose logs ms-notify | ms-audit | ms-report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596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577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en la interfaz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879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 auditoria muestra la linea de tiempo completa y la de reportes calcula el tiempo de ciclo del pedido entregado.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 &gt; Auditoria  y  Aplicacion &gt; Reportes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los controles de seguridad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obtenidos contra el sistema desplegado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56052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demuestra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Peticion sin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Gateway exige credencial antes de enrutar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Peticion con token inventado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valida la firma, no solo la presencia del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valido, rol insuficiente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autorizacion por rol se aplica en el microservicio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valido con el rol correcto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flujo completo funciona de extremo a extremo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consultando un pedido ajeno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verifica la pertenencia sin revelar que 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&gt; 8. Verificacion  ·  DevTools &gt; Network  ·  config/SecurityConfig.java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encontrados y su solucion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costaron tiempo y no son evidentes en ninguna guia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llegaba en version 1, cuyo emisor no coincidia: se forzo la version 2 en el manifiesto.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inicio de sesion no pedia el permiso de la API, asi que el token era para Microsoft Graph y llegaba sin roles.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autenticarse, la libreria recargaba el navegador hacia la pantalla de inicio, pisando la navegacion al panel.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verificacion previa del navegador viajaba sin credencial y el validador la rechazaba.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68796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mensajeria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68796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 de los mensajes usaba un tipo generico y el contenido llegaba sin convertir, rompiendo a los consumidores.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destinos de descarte no existian y el reintento quedaba en un ciclo infinito.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 de texto largo se almacenaba como objeto grande y no podia leerse fuera de una transaccion.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un pedido no traia sus lineas y fallaba al construir la respuesta.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&gt; Configuracion critica que costo encontrar  ·  infra/docs/checklist-reinicio-lab.md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conocidas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Declaradas de forma deliberada, no por descuido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entorno academico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expira cada cuatro horas y al reiniciarlo cambian las direcciones publicas, lo que obliga a reconfigurar cuatro puntos.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certificado es autofirmado, de modo que el navegador advierte antes de entrar.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permite que el esquema se ajuste al arrancar, practico aqui pero no recomendable en produccion.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68796" y="169164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alcance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68796" y="2148840"/>
            <a:ext cx="518007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envio real de correos queda como punto de extension: el caso pide que la notificacion sea asincrona por cola, y eso es lo que se demuestra.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de seguridad de aplicaciones esta abierto, de modo que el Gateway puede evitarse; lo que sostiene la seguridad es que cada servicio revalida el token.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alta de usuarios es administrada, propia de un directorio organizacional.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5332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   </a:t>
            </a:r>
            <a:pPr indent="0" marL="0">
              <a:buNone/>
            </a:pPr>
            <a:r>
              <a:rPr lang="en-US" sz="1050" dirty="0">
                <a:solidFill>
                  <a:srgbClr val="66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infra/docs/checklist-reinicio-lab.md  ·  notify/messaging/EmailNotificationListener.java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completo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desplegado y verificado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811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red, datos, mensajeria, microservicios, frontend y puerta de enlace, funcionando de extremo a extremo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github.com/Gouramichelle/pedidos360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Pedidos360 — Arquitectura Cloud Native</dc:title>
  <dc:subject>PptxGenJS Presentation</dc:subject>
  <dc:creator>Goura Rodriguez</dc:creator>
  <cp:lastModifiedBy>Goura Rodriguez</cp:lastModifiedBy>
  <cp:revision>1</cp:revision>
  <dcterms:created xsi:type="dcterms:W3CDTF">2026-09-16T21:10:37Z</dcterms:created>
  <dcterms:modified xsi:type="dcterms:W3CDTF">2026-09-16T21:10:37Z</dcterms:modified>
</cp:coreProperties>
</file>